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Poppins" pitchFamily="2" charset="0"/>
      <p:regular r:id="rId20"/>
      <p:bold r:id="rId21"/>
      <p:italic r:id="rId22"/>
      <p:boldItalic r:id="rId23"/>
    </p:embeddedFont>
    <p:embeddedFont>
      <p:font typeface="Poppins SemiBold" panose="020B060402020202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BE4DE7B-442F-471D-A094-6C845F308FB7}">
  <a:tblStyle styleId="{2BE4DE7B-442F-471D-A094-6C845F308FB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9"/>
  </p:normalViewPr>
  <p:slideViewPr>
    <p:cSldViewPr snapToGrid="0">
      <p:cViewPr varScale="1">
        <p:scale>
          <a:sx n="112" d="100"/>
          <a:sy n="112" d="100"/>
        </p:scale>
        <p:origin x="60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1757362" y="2257425"/>
            <a:ext cx="86772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ICLR 2026 PRESENTATION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540430" y="2705100"/>
            <a:ext cx="9111138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Reasoning as Representation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1757362" y="3524250"/>
            <a:ext cx="86772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Rethinking Visual Reinforcement Learning in Image Quality Assessment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5524500" y="1428750"/>
            <a:ext cx="11430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3277835" y="1762125"/>
            <a:ext cx="5636329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Core Discovery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3412033" y="3829050"/>
            <a:ext cx="536793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Why do reasoning models generalize better in IQA?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733675"/>
            <a:ext cx="5238750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733675"/>
            <a:ext cx="5238750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962025" y="3124200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Conventional SFT MLLMs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62025" y="3714750"/>
            <a:ext cx="44577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Supervised Fine-Tuning models like Q-Align directly regress scores. They lack descriptive depth and suffer from domain gaps in visual feature spaces.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72275" y="3124200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RL Reasoning Path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772275" y="3714750"/>
            <a:ext cx="44577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Models like Q-Insight introduce step-by-step reasoning. They achieve superior generalization but incur massive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inference latency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and loading overhead.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Current IQA Landscape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9859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71500" y="2195512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The source of generalization revealed.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71500" y="2700337"/>
            <a:ext cx="5238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Attention heatmap analysis shows that during score generation, MLLMs assign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95% attention weight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 reasoning text tokens.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71500" y="3386137"/>
            <a:ext cx="52387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RL training enables a 10x compression: mapping redundant 1000+ visual tokens to &lt; 100 compact, cross-domain aligned text representations.</a:t>
            </a:r>
            <a:endParaRPr/>
          </a:p>
        </p:txBody>
      </p:sp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859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Shift from Visual to Textual tokens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/>
          <p:nvPr/>
        </p:nvSpPr>
        <p:spPr>
          <a:xfrm>
            <a:off x="952500" y="1409700"/>
            <a:ext cx="4600575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Bridging the Domain Gap</a:t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762000" y="1409700"/>
            <a:ext cx="95250" cy="10858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762000" y="3048000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 high-dimensional visual spaces, different IQA datasets exhibit sharp domain disparities, leading to overfitting.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762000" y="3905250"/>
            <a:ext cx="4572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The Solution: Textual Representation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762000" y="4505325"/>
            <a:ext cx="4572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Text tokens alleviate these discrepancies. The reasoning processlearned on one dataset maintains stable alignment across diverse domains.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/>
          <p:nvPr/>
        </p:nvSpPr>
        <p:spPr>
          <a:xfrm>
            <a:off x="5524500" y="2743200"/>
            <a:ext cx="11430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2961702" y="3076575"/>
            <a:ext cx="626859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RACT Framework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3110954" y="3829050"/>
            <a:ext cx="59700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Reasoning-Aligned Cross-domain Training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09812"/>
            <a:ext cx="3492549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309812"/>
            <a:ext cx="3492549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309812"/>
            <a:ext cx="3492549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>
            <a:off x="894237" y="3433762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Label Alignment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962025" y="3881437"/>
            <a:ext cx="271149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Converts images into unified "image-text" labels using a reasoning module to neutralize dataset distribution bias.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4672537" y="3433762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SFT Convergence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4740324" y="3881437"/>
            <a:ext cx="271149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Fine-tunes RL-trained models using aligned pairs, adapting the visual encoder across domains effectively.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8450836" y="3433762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Stable Scoring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8518624" y="3881437"/>
            <a:ext cx="271149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Uses scores from only one dataset to prevent contradictory annotator biases during training.</a:t>
            </a:r>
            <a:endParaRPr/>
          </a:p>
        </p:txBody>
      </p:sp>
      <p:pic>
        <p:nvPicPr>
          <p:cNvPr id="155" name="Google Shape;15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89100" y="27479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95975" y="274796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45699" y="27479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RACT: Aligning Mixed Datasets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224087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571500" y="2414587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Reasoning-Aligned Lightweight IQA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571500" y="2890837"/>
            <a:ext cx="5238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RALI eliminates the need for multistep reasoning and LLMs during inference while matching MLLM performance.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1000125" y="3643312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Contrastive Alignment: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Aligns vision encoder with textual quality space.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1000125" y="4395787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Feature Compression: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PCA + Bucketed K-Means for basis vectors.</a:t>
            </a:r>
            <a:endParaRPr/>
          </a:p>
        </p:txBody>
      </p:sp>
      <p:pic>
        <p:nvPicPr>
          <p:cNvPr id="170" name="Google Shape;17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24087"/>
            <a:ext cx="5238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6712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19600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RALI: Lightweight Architecture</a:t>
            </a:r>
            <a:endParaRPr/>
          </a:p>
        </p:txBody>
      </p:sp>
      <p:sp>
        <p:nvSpPr>
          <p:cNvPr id="174" name="Google Shape;174;p20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518296"/>
            <a:ext cx="5238750" cy="162163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571500" y="2813446"/>
            <a:ext cx="5238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RALI predicts scores by mapping images to a pre-constructed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image quality text space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via intra-space similarity.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952500" y="4032646"/>
            <a:ext cx="4476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Weighted Sum of Basis Scores:</a:t>
            </a:r>
            <a:endParaRPr/>
          </a:p>
        </p:txBody>
      </p:sp>
      <p:pic>
        <p:nvPicPr>
          <p:cNvPr id="183" name="Google Shape;18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4423171"/>
            <a:ext cx="4476750" cy="33575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6810375" y="2794396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PCA Projection: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Reduces dimension from 768 to 512, filtering noise.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6810375" y="3546871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250 Basis Vectors: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Representing 240 distinct bucket bins for coverage.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6810375" y="4299346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Pure Dot Product: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Inference reduces to simple similarity calculation.</a:t>
            </a:r>
            <a:endParaRPr/>
          </a:p>
        </p:txBody>
      </p:sp>
      <p:pic>
        <p:nvPicPr>
          <p:cNvPr id="187" name="Google Shape;18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803921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556396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4308871"/>
            <a:ext cx="16311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Similarity-based Scoring</a:t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95425"/>
            <a:ext cx="11049000" cy="479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571500" y="4962525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RALI achieves accuracy on par with RL-based MLLMs while using only ~4% of parameters.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Performance Benchmark (PLCC)</a:t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" name="Google Shape;206;p23"/>
          <p:cNvGraphicFramePr/>
          <p:nvPr/>
        </p:nvGraphicFramePr>
        <p:xfrm>
          <a:off x="571500" y="2600325"/>
          <a:ext cx="11049000" cy="2581300"/>
        </p:xfrm>
        <a:graphic>
          <a:graphicData uri="http://schemas.openxmlformats.org/drawingml/2006/table">
            <a:tbl>
              <a:tblPr firstRow="1" bandRow="1">
                <a:noFill/>
                <a:tableStyleId>{2BE4DE7B-442F-471D-A094-6C845F308FB7}</a:tableStyleId>
              </a:tblPr>
              <a:tblGrid>
                <a:gridCol w="335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5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8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Metric (Batch Size 16)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Q-Insight (Baseline)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RALI (Ours)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Efficiency Gain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GPU Memory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19.0 GB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2.8 GB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22C55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85.3%</a:t>
                      </a:r>
                      <a:endParaRPr/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Inference 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8.3 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0.28 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22C55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96.6%</a:t>
                      </a:r>
                      <a:endParaRPr/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Parameters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7.0 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0.3 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22C55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~95%</a:t>
                      </a:r>
                      <a:endParaRPr/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7" name="Google Shape;207;p23"/>
          <p:cNvSpPr/>
          <p:nvPr/>
        </p:nvSpPr>
        <p:spPr>
          <a:xfrm>
            <a:off x="571500" y="3233737"/>
            <a:ext cx="33550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3926532" y="3233737"/>
            <a:ext cx="3165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7092255" y="3233737"/>
            <a:ext cx="19297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9021960" y="3233737"/>
            <a:ext cx="25985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571500" y="3881437"/>
            <a:ext cx="33550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3926532" y="3881437"/>
            <a:ext cx="3165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7092255" y="3881437"/>
            <a:ext cx="19297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9021960" y="3881437"/>
            <a:ext cx="25985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571500" y="4529137"/>
            <a:ext cx="33550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3926532" y="4529137"/>
            <a:ext cx="3165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7092255" y="4529137"/>
            <a:ext cx="19297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9021960" y="4529137"/>
            <a:ext cx="25985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12460" y="3486150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12460" y="4781550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12460" y="4133850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12460" y="3486150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12460" y="4133850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12460" y="4781550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Efficiency Breakthrough</a:t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 txBox="1"/>
          <p:nvPr/>
        </p:nvSpPr>
        <p:spPr>
          <a:xfrm>
            <a:off x="295275" y="2967037"/>
            <a:ext cx="1160145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64" name="Google Shape;264;p25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</Words>
  <Application>Microsoft Macintosh PowerPoint</Application>
  <PresentationFormat>宽屏</PresentationFormat>
  <Paragraphs>59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Arial</vt:lpstr>
      <vt:lpstr>Poppins SemiBold</vt:lpstr>
      <vt:lpstr>Lato</vt:lpstr>
      <vt:lpstr>Calibri</vt:lpstr>
      <vt:lpstr>Poppins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佐睿 覃</cp:lastModifiedBy>
  <cp:revision>1</cp:revision>
  <dcterms:modified xsi:type="dcterms:W3CDTF">2026-05-05T13:06:29Z</dcterms:modified>
</cp:coreProperties>
</file>